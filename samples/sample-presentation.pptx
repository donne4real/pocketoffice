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PocketOffice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DC3FF"/>
                </a:solidFill>
              </a:rPr>
              <a:t>A portable office suite that runs in your browser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120640" y="4389120"/>
            <a:ext cx="1828800" cy="109728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A"/>
                </a:solidFill>
              </a:rPr>
              <a:t>What is inside?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Writer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0" y="1463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Word processor (.docx, .pdf, .html, .txt)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548640" cy="5486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Calc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423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Spreadsheet with formulas (.xlsx, .csv)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Impress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Slides and presentations (.pptx, .pdf)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343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Text Editor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89120" y="4343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Tabbed plain-text / code editor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5303520"/>
            <a:ext cx="548640" cy="5486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303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5303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PDF Tools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89120" y="5303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View, merge, split, reorder, sign PDFs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A"/>
                </a:solidFill>
              </a:rPr>
              <a:t>Why use it?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0E2"/>
                </a:solidFill>
              </a:rPr>
              <a:t>No install  ·  No admin rights  ·  No internet needed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Just copy the folder and double-click start.bat (or index.html).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It opens in Microsoft Edge or Google Chrome — already on the PC.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Everything stays local. Nothing is uploaded.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C3FF"/>
                </a:solidFill>
              </a:rPr>
              <a:t>PocketOffice v1.0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2026-07-29T00:02:04Z</dcterms:created>
  <dcterms:modified xsi:type="dcterms:W3CDTF">2026-07-29T00:02:04Z</dcterms:modified>
</cp:coreProperties>
</file>